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Status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 Processing Initiative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Goals for Q1 2026:</a:t>
            </a:r>
          </a:p>
          <a:p>
            <a:pPr lvl="1"/>
            <a:r>
              <a:t>Launch document viewer with multi-format support</a:t>
            </a:r>
          </a:p>
          <a:p>
            <a:pPr lvl="1"/>
            <a:r>
              <a:t>Integrate Docling for intelligent document parsing</a:t>
            </a:r>
          </a:p>
          <a:p>
            <a:pPr lvl="1"/>
            <a:r>
              <a:t>Achieve 95% text extraction accuracy</a:t>
            </a:r>
          </a:p>
          <a:p>
            <a:pPr lvl="1"/>
            <a:r>
              <a:t>Support PDF, DOCX, and PPTX formats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Components:</a:t>
            </a:r>
          </a:p>
          <a:p>
            <a:pPr lvl="1"/>
            <a:r>
              <a:t>React 18 Frontend with Carbon Design System</a:t>
            </a:r>
          </a:p>
          <a:p>
            <a:pPr lvl="1"/>
            <a:r>
              <a:t>Python FastAPI Backend</a:t>
            </a:r>
          </a:p>
          <a:p>
            <a:pPr lvl="1"/>
            <a:r>
              <a:t>Docling Document Processing Engine</a:t>
            </a:r>
          </a:p>
          <a:p>
            <a:pPr lvl="1"/>
            <a:r>
              <a:t>RESTful API with JSON responses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milestones:</a:t>
            </a:r>
          </a:p>
          <a:p>
            <a:pPr lvl="1"/>
            <a:r>
              <a:t>Week 1-2: Backend API and document processing</a:t>
            </a:r>
          </a:p>
          <a:p>
            <a:pPr lvl="1"/>
            <a:r>
              <a:t>Week 3-4: Frontend UI with three-panel layout</a:t>
            </a:r>
          </a:p>
          <a:p>
            <a:pPr lvl="1"/>
            <a:r>
              <a:t>Week 5: Integration testing and optimization</a:t>
            </a:r>
          </a:p>
          <a:p>
            <a:pPr lvl="1"/>
            <a:r>
              <a:t>Week 6: User acceptance testing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